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56D54-ABF8-4DEE-93B0-1A793C9F086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7E4DBB-AF3A-4A0A-9390-11BBE39B4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140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53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20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63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0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5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6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9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8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3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48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65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193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BF24A-28C7-98F4-1A0A-C42CB5EB0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Review - 1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25D5D5-739A-2EF9-D7BC-EBA6720C89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231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24742"/>
            <a:ext cx="7772400" cy="1872343"/>
          </a:xfrm>
        </p:spPr>
        <p:txBody>
          <a:bodyPr>
            <a:noAutofit/>
          </a:bodyPr>
          <a:lstStyle/>
          <a:p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SEMANTIC-AWARE ARCHIVAL OF LOW-IMPACT SOCIAL MEDIA POSTS USING TIERED COMPRESSION AND COLD STORAGE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65170"/>
            <a:ext cx="6400800" cy="2166259"/>
          </a:xfrm>
        </p:spPr>
        <p:txBody>
          <a:bodyPr>
            <a:normAutofit fontScale="40000" lnSpcReduction="20000"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4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</a:t>
            </a:r>
            <a:endParaRPr lang="en-IN" sz="4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4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S Shreenidhi-22MID0306 </a:t>
            </a:r>
            <a:endParaRPr lang="en-IN" sz="4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4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Keerthana G – 22MID0144 </a:t>
            </a:r>
            <a:endParaRPr lang="en-IN" sz="4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4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Sivani – 22MID0005 </a:t>
            </a:r>
            <a:endParaRPr lang="en-IN" sz="4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4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Alyssa Mariam - 22MID0076 </a:t>
            </a:r>
            <a:endParaRPr sz="4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Preserving Social Media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Methodology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Designated Community &amp; requirements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Re-selection, risk assessment, and policy definition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 metadata &amp; documentation practices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Bit-preservation &amp; standard packaging (e.g., WARC)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emulation/replay &amp; authenticity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Ethics, legal &amp; privacy controls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Advocacy &amp; sustainability for long-term preservation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Semantic-Aware Archival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Semantic-aware impact scoring of posts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Tiering strategy: Hot, Warm, Cold classification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compression per tier for efficiency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of low-impact data to cold storage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metadata for fast retrieval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decompression on demand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automated privacy/PII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Methodologies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832720"/>
              </p:ext>
            </p:extLst>
          </p:nvPr>
        </p:nvGraphicFramePr>
        <p:xfrm>
          <a:off x="685019" y="2145516"/>
          <a:ext cx="7772400" cy="4428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Methodology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Methodology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Selection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Re-selection &amp; policy-driven decisions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scoring &amp; tier assignment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Metadata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Rich metadata &amp; provenance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metadata + minimal provenance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Compression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bit-preservation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Tiered adaptive compression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Authenticity &amp; emulation/replay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Selective decompression for efficiency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Risk/Ethics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Ethical/legal frameworks emphasized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PII detection &amp; access policies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Preservation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WARC &amp; fixity checks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Cold storage migration with retrieval metadata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 Integration of Both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019" y="1556657"/>
            <a:ext cx="7772400" cy="4661263"/>
          </a:xfrm>
        </p:spPr>
        <p:txBody>
          <a:bodyPr>
            <a:noAutofit/>
          </a:bodyPr>
          <a:lstStyle/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 paper's rich metadata &amp; provenance capture in cold tier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semantic impact scoring with preservation re-selection policies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WARC/raw copies for authenticity where critical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policy-driven thresholds for lossy vs. lossless compression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 risk assessment and privacy checks into archival workflow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dual metadata layers: lightweight (retrieval) + preservation (authenticity)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FE202-EC47-491A-59A5-B77F09345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Display" panose="020B0004020202020204" pitchFamily="34" charset="0"/>
              </a:rPr>
              <a:t>Compression Algorithms in Our Project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BC42B2-2BFD-3222-11CD-EC56FF277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44" y="2011363"/>
            <a:ext cx="8772870" cy="456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0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2119A-42CA-9D11-E903-EB77E576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10315-E6E0-E579-58A1-E505E7F51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Old Approach:</a:t>
            </a:r>
          </a:p>
          <a:p>
            <a:r>
              <a:rPr lang="en-US" sz="2400" dirty="0"/>
              <a:t>Used </a:t>
            </a:r>
            <a:r>
              <a:rPr lang="en-US" sz="2400" dirty="0" err="1"/>
              <a:t>gzip</a:t>
            </a:r>
            <a:r>
              <a:rPr lang="en-US" sz="2400" dirty="0"/>
              <a:t> (LZ77 + Huffman) for all posts.</a:t>
            </a:r>
          </a:p>
          <a:p>
            <a:r>
              <a:rPr lang="en-US" sz="2400" dirty="0"/>
              <a:t>Decent, but not efficient (one-size-fits-all).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Our Approach (Adaptive by Semantic Impact Score):</a:t>
            </a:r>
          </a:p>
          <a:p>
            <a:r>
              <a:rPr lang="en-US" sz="2400" dirty="0"/>
              <a:t>LZ4 → Speed for high-value</a:t>
            </a:r>
            <a:r>
              <a:rPr lang="en-US" sz="2400" i="1" dirty="0"/>
              <a:t> posts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Zstd</a:t>
            </a:r>
            <a:r>
              <a:rPr lang="en-US" sz="2400" dirty="0"/>
              <a:t> → Flexible across </a:t>
            </a:r>
            <a:r>
              <a:rPr lang="en-US" sz="2400" i="1" dirty="0"/>
              <a:t>all tiers </a:t>
            </a:r>
            <a:r>
              <a:rPr lang="en-US" sz="2400" dirty="0"/>
              <a:t>used for the warm tier.</a:t>
            </a:r>
          </a:p>
          <a:p>
            <a:r>
              <a:rPr lang="en-US" sz="2400" dirty="0" err="1"/>
              <a:t>Brotli</a:t>
            </a:r>
            <a:r>
              <a:rPr lang="en-US" sz="2400" dirty="0"/>
              <a:t> → Maximum space saving for </a:t>
            </a:r>
            <a:r>
              <a:rPr lang="en-US" sz="2400" i="1" dirty="0"/>
              <a:t>low-value posts or cold tier</a:t>
            </a:r>
            <a:r>
              <a:rPr lang="en-US" sz="2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8802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18</TotalTime>
  <Words>345</Words>
  <Application>Microsoft Office PowerPoint</Application>
  <PresentationFormat>On-screen Show (4:3)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 Display</vt:lpstr>
      <vt:lpstr>Calibri</vt:lpstr>
      <vt:lpstr>Corbel</vt:lpstr>
      <vt:lpstr>Times New Roman</vt:lpstr>
      <vt:lpstr>Wingdings</vt:lpstr>
      <vt:lpstr>Banded</vt:lpstr>
      <vt:lpstr>Review - 1</vt:lpstr>
      <vt:lpstr>  SEMANTIC-AWARE ARCHIVAL OF LOW-IMPACT SOCIAL MEDIA POSTS USING TIERED COMPRESSION AND COLD STORAGE </vt:lpstr>
      <vt:lpstr>Preserving Social Media (Paper Methodology)</vt:lpstr>
      <vt:lpstr>Semantic-Aware Archival (Proposed Methodology )</vt:lpstr>
      <vt:lpstr>Comparison of Methodologies</vt:lpstr>
      <vt:lpstr>Suggested Integration of Both Approaches</vt:lpstr>
      <vt:lpstr>Compression Algorithms in Our Project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Shreenidhi R S</dc:creator>
  <cp:keywords/>
  <dc:description>generated using python-pptx</dc:description>
  <cp:lastModifiedBy>Alyssa Mariam</cp:lastModifiedBy>
  <cp:revision>6</cp:revision>
  <dcterms:created xsi:type="dcterms:W3CDTF">2013-01-27T09:14:16Z</dcterms:created>
  <dcterms:modified xsi:type="dcterms:W3CDTF">2025-11-13T07:02:35Z</dcterms:modified>
  <cp:category/>
</cp:coreProperties>
</file>